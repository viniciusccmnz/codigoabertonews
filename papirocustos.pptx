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IRO_DARK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 - 05/09/2026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dinheiro sai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 do produto no ar, custo por assinante, e a conta que decide se R$ 12,90 continua de pe.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reais, dolar a R$ 5,50.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69848" y="6400800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DE HOJE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R$ 417,50 por mes mantem o produto no 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qualquer numero de usuarios dentro das cotas contratadas.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329184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35915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877056" y="235915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705856" y="2359152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faz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60904"/>
            <a:ext cx="10881360" cy="438912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679192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77056" y="267919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R$ 137,50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05856" y="2679192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US$ 25. Banco, autenticacao e o armazenamento das evidencias.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118104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autenticacao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77056" y="311810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R$ 55,00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05856" y="3118104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US$ 10. Tira o endereco supabase.co da tela de login do Google.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881360" cy="438912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557016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papiro.work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77056" y="355701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R$ 5,00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705856" y="3557016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 da GoDaddy diluida em doze meses.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3995928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877056" y="399592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centavos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705856" y="3995928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Papirinho em gpt-4o-mini: R$ 0,004 por resposta.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416552"/>
            <a:ext cx="10881360" cy="438912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" y="4434840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877056" y="443484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R$ 110,00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705856" y="4434840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US$ 20. Contratado: o plano Hobby proibe uso comercial.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" y="4873752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Pro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877056" y="487375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R$ 110,00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705856" y="4873752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US$ 20. Contratado: o gratuito travava em 100 e-mails por dia.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029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R$ 417,50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5778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fixo hoje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50292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BB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R$ 110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5577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por fora: US$ 20. E ferramenta de desenvolvimento, nao custo por usuario. Cai quando o desenvolvimento parar, e nao quando a base crescer.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69848" y="6400800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DESTA CONTA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nao foi comprado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entra no custo de hoje. Entra na conta do dia em que a cobranca ligar, e por isso aparece separado.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881360" cy="329184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49631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877056" y="24963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entrar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705856" y="2496312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10881360" cy="438912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816352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77056" y="281635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R$ 300/mes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05856" y="2816352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com o CNPJ, com faturamento ou sem.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255264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Pro-labore + encargos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77056" y="325526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R$ 1.800/mes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05856" y="3255264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que faz o Fator R fechar no Anexo III: 6% em vez de 15,5%.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10881360" cy="438912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694176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Carimbo do tempo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77056" y="369417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R$ 9/mes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705856" y="3694176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 Uma raiz diaria carimbada, e nao um carimbo por prova.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4133088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Google Play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877056" y="413308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R$ 137,50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705856" y="4133088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US$ 25, uma vez so, na submissao.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553712"/>
            <a:ext cx="10881360" cy="438912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" y="4572000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Verified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877056" y="457200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R$ 54 a R$ 109/mes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705856" y="4572000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em Instagram, Facebook e WhatsApp. Uma assinatura por portfolio, nao tres.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Somados, levam o custo mensal de R$ 417,50 para R$ 2.580,50 a R$ 2.635,50. Quatro quintos disso e pro-labore e contabilidade.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69848" y="6400800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VARIAVEL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cada R$ 12,90, sobram R$ 11,52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329184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231343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59936" y="231343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05856" y="2313432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chega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15184"/>
            <a:ext cx="10881360" cy="420624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" y="2633472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Simples, Anexo III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59936" y="26334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R$ 0,77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705856" y="2633472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Aliquota efetiva inicial de 6%.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05409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de pagamento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59936" y="305409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R$ 0,22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705856" y="3054096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1,19% mais 0,5% do Stripe Billing.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56432"/>
            <a:ext cx="10881360" cy="420624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347472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59936" y="34747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705856" y="3474720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por assinante a US$ 0,021/GB.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89534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do dossie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059936" y="389534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R$ 0,25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705856" y="3895344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dossie de 500 MB por mes, direto do Storage.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297680"/>
            <a:ext cx="10881360" cy="420624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" y="431596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Papirinho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059936" y="431596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R$ 0,08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705856" y="4315968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vinte respostas por mes, a R$ 0,004 cada.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846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5BB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R$ 1,38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394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variavel por assinante, no Pix.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4846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6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R$ 11,52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5394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contribuicao. No cartao, R$ 10,78.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4846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6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5394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assinatura sobra para cobrir o custo fixo.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69848" y="6400800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EQUILIBRIO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assinantes cobrem cada faixa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R$ 11,52 de margem por assinante pagante.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603504"/>
          </a:xfrm>
          <a:prstGeom prst="roundRect">
            <a:avLst>
              <a:gd name="adj" fmla="val 13636"/>
            </a:avLst>
          </a:prstGeom>
          <a:solidFill>
            <a:srgbClr val="1A1D24"/>
          </a:solidFill>
          <a:ln w="12700">
            <a:solidFill>
              <a:srgbClr val="20242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496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49631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hoje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2496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R$ 417,50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10881360" cy="603504"/>
          </a:xfrm>
          <a:prstGeom prst="roundRect">
            <a:avLst>
              <a:gd name="adj" fmla="val 13636"/>
            </a:avLst>
          </a:prstGeom>
          <a:solidFill>
            <a:srgbClr val="1A1D24"/>
          </a:solidFill>
          <a:ln w="12700">
            <a:solidFill>
              <a:srgbClr val="20242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2095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20954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selo verificado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2095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R$ 471,50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10881360" cy="603504"/>
          </a:xfrm>
          <a:prstGeom prst="roundRect">
            <a:avLst>
              <a:gd name="adj" fmla="val 13636"/>
            </a:avLst>
          </a:prstGeom>
          <a:solidFill>
            <a:srgbClr val="1A1D24"/>
          </a:solidFill>
          <a:ln w="12700">
            <a:solidFill>
              <a:srgbClr val="20242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9227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92277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empresa de pe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39227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R$ 726,50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517136"/>
            <a:ext cx="10881360" cy="603504"/>
          </a:xfrm>
          <a:prstGeom prst="roundRect">
            <a:avLst>
              <a:gd name="adj" fmla="val 13636"/>
            </a:avLst>
          </a:prstGeom>
          <a:solidFill>
            <a:srgbClr val="1A1D24"/>
          </a:solidFill>
          <a:ln w="12700">
            <a:solidFill>
              <a:srgbClr val="20242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6360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6360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Somando o Claude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4636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R$ 836,50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230368"/>
            <a:ext cx="10881360" cy="603504"/>
          </a:xfrm>
          <a:prstGeom prst="roundRect">
            <a:avLst>
              <a:gd name="adj" fmla="val 13636"/>
            </a:avLst>
          </a:prstGeom>
          <a:solidFill>
            <a:srgbClr val="1A1D24"/>
          </a:solidFill>
          <a:ln w="12700">
            <a:solidFill>
              <a:srgbClr val="20242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" y="5349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229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5349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pro-labore e encargos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R$ 2.636,50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69848" y="6400800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R$ 12,90 ainda fecha, com o dominio e a IA na conta?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881360" cy="329184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24048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962656" y="24048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340096" y="240487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a infra de hoje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49056" y="2404872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a empresa de 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10881360" cy="45720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72491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R$ 12,90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62656" y="272491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R$ 11,52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40096" y="2724912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assinantes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49056" y="272491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assinantes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318211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R$ 14,90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62656" y="318211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R$ 13,36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40096" y="3182112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assinantes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49056" y="318211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assinantes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621024"/>
            <a:ext cx="10881360" cy="45720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" y="363931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R$ 19,90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962656" y="363931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R$ 17,98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40096" y="3639312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assinantes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49056" y="363931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assinantes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10881360" cy="36576"/>
          </a:xfrm>
          <a:prstGeom prst="rect">
            <a:avLst/>
          </a:prstGeom>
          <a:solidFill>
            <a:srgbClr val="2024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6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Fecha. As duas novidades custam R$ 55 fixos por mes e R$ 0,08 por assinante.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assinaturas contratadas no caminho -- Vercel Pro, Resend Pro, dominio de autenticacao -- levaram o equilibrio de 14 para 37 assinantes. O selo verificado nas redes custa menos de um assinante por mes. O Papirinho tira menos de um centavo por real faturado. Nada disso ameaca o preco: o que decide o resultado continua sendo pro-labore e contabilidade, que respondem por quatro quintos do custo do negocio operando.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69848" y="6400800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preco nao e o risco. O calendario 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1A1D24"/>
          </a:solidFill>
          <a:ln w="12700">
            <a:solidFill>
              <a:srgbClr val="20242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487168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86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R$ 12,90 no piloto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44368"/>
            <a:ext cx="4709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margem de 89% aguenta as duas novidades com folga. Preco baixo no comeco compra base, e base e o que falta.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228600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1A1D24"/>
          </a:solidFill>
          <a:ln w="12700">
            <a:solidFill>
              <a:srgbClr val="20242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487168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empresa depois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944368"/>
            <a:ext cx="4709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B5B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 e pro-labore custam dez vezes a nuvem. Abrir cedo demais e o que encarece o projeto, e nao o preco da assinatura.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5720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Dezoito assinantes pagam a operacao de hoje. Duzentos e cinquenta e oito sustentam uma pessoa. Entre um numero e outro nao ha nuvem cara: ha folha de pagamento.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69848" y="6400800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Papiro - custos e viabilidade do preco</dc:title>
  <dc:subject>PptxGenJS Presentation</dc:subject>
  <dc:creator>Papiro</dc:creator>
  <cp:lastModifiedBy>Papiro</cp:lastModifiedBy>
  <cp:revision>1</cp:revision>
  <dcterms:created xsi:type="dcterms:W3CDTF">2026-09-06T10:36:02Z</dcterms:created>
  <dcterms:modified xsi:type="dcterms:W3CDTF">2026-09-06T10:36:02Z</dcterms:modified>
</cp:coreProperties>
</file>